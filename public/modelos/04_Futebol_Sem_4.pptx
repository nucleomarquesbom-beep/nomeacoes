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2D2D2"/>
                </a:solidFill>
                <a:latin typeface="Aptos"/>
              </a:rPr>
              <a:t>NÚCLEO DE ÁRBITROS MARQUES 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670280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ptos"/>
              </a:rPr>
              <a:t>Trabalho, competência e dedicação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320040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646464"/>
                </a:solidFill>
                <a:latin typeface="Aptos"/>
              </a:rPr>
              <a:t>04_Futebol_Sem_4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Aptos"/>
              </a:rPr>
              <a:t>NOMEAÇÃO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72237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Aptos"/>
              </a:rPr>
              <a:t>{{COMPETICAO}}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7223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B4B4B4"/>
                </a:solidFill>
                <a:latin typeface="Aptos"/>
              </a:rPr>
              <a:t>{{DATA}}  •  {{HORA}}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7223760" cy="1234440"/>
          </a:xfrm>
          <a:prstGeom prst="roundRect">
            <a:avLst/>
          </a:prstGeom>
          <a:solidFill>
            <a:srgbClr val="161616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{{EQUIPA_CASA}}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697480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969696"/>
                </a:solidFill>
                <a:latin typeface="Aptos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96896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Aptos"/>
              </a:rPr>
              <a:t>{{EQUIPA_FORA}}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2728" y="406908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482346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{{FOTO_1}}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15391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{{NOME_1}}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Árbitro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406908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482346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{{FOTO_2}}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15391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{{NOME_2}}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55624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Árbitro Assistente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52728" y="7223760"/>
            <a:ext cx="2148840" cy="1965960"/>
          </a:xfrm>
          <a:prstGeom prst="roundRect">
            <a:avLst/>
          </a:prstGeom>
          <a:solidFill>
            <a:srgbClr val="232323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7978140"/>
            <a:ext cx="2148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  <a:latin typeface="Aptos"/>
              </a:rPr>
              <a:t>{{FOTO_3}}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9308592"/>
            <a:ext cx="34290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"/>
              </a:rPr>
              <a:t>{{NOME_3}}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9710928"/>
            <a:ext cx="342900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Aptos"/>
              </a:rPr>
              <a:t>Árbitro Assistente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3213080"/>
            <a:ext cx="7223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ptos"/>
              </a:rPr>
              <a:t>{{TIPO_MODELO}}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