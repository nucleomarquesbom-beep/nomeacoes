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62560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6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F5F7F8"/>
                </a:solidFill>
                <a:latin typeface="Arial"/>
              </a:rPr>
              <a:t>NÚCLEO DE ÁRBITROS DE FUTEBOL MARQUES BOM • COIMBRA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5087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E7B63D"/>
                </a:solidFill>
                <a:latin typeface="Arial"/>
              </a:rPr>
              <a:t>LOGO_NUCLEO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658368"/>
            <a:ext cx="6492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200" b="1">
                <a:solidFill>
                  <a:srgbClr val="F5F7F8"/>
                </a:solidFill>
                <a:latin typeface="Arial"/>
              </a:rPr>
              <a:t>NOMEAÇÃO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508760"/>
            <a:ext cx="42976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F5F7F8"/>
                </a:solidFill>
                <a:latin typeface="Arial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508760"/>
            <a:ext cx="16459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800" b="1">
                <a:solidFill>
                  <a:srgbClr val="E7B63D"/>
                </a:solidFill>
                <a:latin typeface="Arial"/>
              </a:rPr>
              <a:t>HORA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8138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E7B63D"/>
                </a:solidFill>
                <a:latin typeface="Arial"/>
              </a:rPr>
              <a:t>COMPETICAO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24912"/>
            <a:ext cx="813816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5F7F8"/>
                </a:solidFill>
                <a:latin typeface="Arial"/>
              </a:rPr>
              <a:t>FASE_JORNADA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3246120"/>
            <a:ext cx="8449056" cy="233172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67328"/>
            <a:ext cx="132588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E7B63D"/>
                </a:solidFill>
                <a:latin typeface="Arial"/>
              </a:rPr>
              <a:t>ESCUDO_CASA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94760"/>
            <a:ext cx="53949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5F7F8"/>
                </a:solidFill>
                <a:latin typeface="Arial"/>
              </a:rPr>
              <a:t>EQUIPA_CASA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343400"/>
            <a:ext cx="6400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E7B63D"/>
                </a:solidFill>
                <a:latin typeface="Arial"/>
              </a:rPr>
              <a:t>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617720"/>
            <a:ext cx="53949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5F7F8"/>
                </a:solidFill>
                <a:latin typeface="Arial"/>
              </a:rPr>
              <a:t>EQUIPA_FORA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3767328"/>
            <a:ext cx="132588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E7B63D"/>
                </a:solidFill>
                <a:latin typeface="Arial"/>
              </a:rPr>
              <a:t>ESCUDO_FORA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5897880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153912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6309360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6830568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7799832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8055864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8211312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8732520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" y="9701784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9957816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10113264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10634472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5499080"/>
            <a:ext cx="80467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5F7F8"/>
                </a:solidFill>
                <a:latin typeface="Arial"/>
              </a:rPr>
              <a:t>TRABALHO, COMPETÊNCIA E DEDICAÇÃO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15855696"/>
            <a:ext cx="32004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E7B63D"/>
                </a:solidFill>
                <a:latin typeface="Arial"/>
              </a:rPr>
              <a:t>/NAFMARQUES_BOM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