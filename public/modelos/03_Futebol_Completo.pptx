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2D2D2"/>
                </a:solidFill>
                <a:latin typeface="Aptos"/>
              </a:rPr>
              <a:t>NÚCLEO DE ÁRBITROS MARQUES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67028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tos"/>
              </a:rPr>
              <a:t>Trabalho, competência e dedicação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320040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ptos"/>
              </a:rPr>
              <a:t>03_Futebol_Completo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NOMEAÇÃO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{{COMPETICAO}}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Aptos"/>
              </a:rPr>
              <a:t>{{DATA}}  •  {{HORA}}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7223760" cy="1234440"/>
          </a:xfrm>
          <a:prstGeom prst="roundRect">
            <a:avLst/>
          </a:prstGeom>
          <a:solidFill>
            <a:srgbClr val="161616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{{EQUIPA_CASA}}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9748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969696"/>
                </a:solidFill>
                <a:latin typeface="Aptos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{{EQUIPA_FORA}}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272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{{NOME_1}}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{{FOTO_2}}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{{NOME_2}}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 Assistente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2728" y="722376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797814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{{FOTO_3}}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930859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{{NOME_3}}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971092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 Assistente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73168" y="722376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797814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{{FOTO_4}}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930859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{{NOME_4}}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971092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4.º Árbitro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3213080"/>
            <a:ext cx="7223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{{TIPO_MODELO}}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