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2D2D2"/>
                </a:solidFill>
                <a:latin typeface="Aptos"/>
              </a:rPr>
              <a:t>NÚCLEO DE ÁRBITROS MARQUES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670280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ptos"/>
              </a:rPr>
              <a:t>Trabalho, competência e dedicação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320040"/>
            <a:ext cx="1143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ptos"/>
              </a:rPr>
              <a:t>01_Futebol_So_Arbitro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223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NOMEAÇÃO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7223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Aptos"/>
              </a:rPr>
              <a:t>{{COMPETICAO}}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B4B4B4"/>
                </a:solidFill>
                <a:latin typeface="Aptos"/>
              </a:rPr>
              <a:t>{{DATA}}  •  {{HORA}}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7223760" cy="1234440"/>
          </a:xfrm>
          <a:prstGeom prst="roundRect">
            <a:avLst/>
          </a:prstGeom>
          <a:solidFill>
            <a:srgbClr val="161616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96896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Aptos"/>
              </a:rPr>
              <a:t>{{EQUIPA_CASA}}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697480"/>
            <a:ext cx="640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969696"/>
                </a:solidFill>
                <a:latin typeface="Aptos"/>
              </a:rP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96896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Aptos"/>
              </a:rPr>
              <a:t>{{EQUIPA_FORA}}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4069080"/>
            <a:ext cx="3200400" cy="274320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521208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{{FOTO_1}}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922008"/>
            <a:ext cx="7040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Aptos"/>
              </a:rPr>
              <a:t>{{NOME_1}}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7315200"/>
            <a:ext cx="70408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AAAAAA"/>
                </a:solidFill>
                <a:latin typeface="Aptos"/>
              </a:rPr>
              <a:t>Árbitro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3213080"/>
            <a:ext cx="7223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ptos"/>
              </a:rPr>
              <a:t>{{TIPO_MODELO}}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