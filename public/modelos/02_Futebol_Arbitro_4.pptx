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62560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5F7F8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7B63D"/>
                </a:solidFill>
                <a:latin typeface="Arial"/>
              </a:rPr>
              <a:t>LOGO_NUCLEO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658368"/>
            <a:ext cx="64922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F5F7F8"/>
                </a:solidFill>
                <a:latin typeface="Arial"/>
              </a:rPr>
              <a:t>NOMEAÇÃO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508760"/>
            <a:ext cx="4297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8"/>
                </a:solidFill>
                <a:latin typeface="Arial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508760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E7B63D"/>
                </a:solidFill>
                <a:latin typeface="Arial"/>
              </a:rPr>
              <a:t>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8138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E7B63D"/>
                </a:solidFill>
                <a:latin typeface="Arial"/>
              </a:rPr>
              <a:t>COMPETICAO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7F8"/>
                </a:solidFill>
                <a:latin typeface="Arial"/>
              </a:rPr>
              <a:t>FASE_JORNADA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3246120"/>
            <a:ext cx="8449056" cy="2331720"/>
          </a:xfrm>
          <a:prstGeom prst="roundRect">
            <a:avLst/>
          </a:prstGeom>
          <a:solidFill>
            <a:srgbClr val="141F25"/>
          </a:solidFill>
          <a:ln>
            <a:solidFill>
              <a:srgbClr val="46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67328"/>
            <a:ext cx="13258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7B63D"/>
                </a:solidFill>
                <a:latin typeface="Arial"/>
              </a:rPr>
              <a:t>ESCUDO_CASA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5394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5F7F8"/>
                </a:solidFill>
                <a:latin typeface="Arial"/>
              </a:rPr>
              <a:t>EQUIPA_CASA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34340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7B63D"/>
                </a:solidFill>
                <a:latin typeface="Arial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17720"/>
            <a:ext cx="5394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5F7F8"/>
                </a:solidFill>
                <a:latin typeface="Arial"/>
              </a:rPr>
              <a:t>EQUIPA_FORA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767328"/>
            <a:ext cx="13258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7B63D"/>
                </a:solidFill>
                <a:latin typeface="Arial"/>
              </a:rPr>
              <a:t>ESCUDO_FORA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5897880"/>
            <a:ext cx="8449056" cy="2148840"/>
          </a:xfrm>
          <a:prstGeom prst="roundRect">
            <a:avLst/>
          </a:prstGeom>
          <a:solidFill>
            <a:srgbClr val="141F25"/>
          </a:solidFill>
          <a:ln>
            <a:solidFill>
              <a:srgbClr val="46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153912"/>
            <a:ext cx="2011680" cy="1636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7B63D"/>
                </a:solidFill>
                <a:latin typeface="Arial"/>
              </a:rPr>
              <a:t>FOTO_1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6309360"/>
            <a:ext cx="5120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E7B63D"/>
                </a:solidFill>
                <a:latin typeface="Arial"/>
              </a:rPr>
              <a:t>FUNCAO_1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830568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8"/>
                </a:solidFill>
                <a:latin typeface="Arial"/>
              </a:rPr>
              <a:t>NOME_1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8211312"/>
            <a:ext cx="8449056" cy="2148840"/>
          </a:xfrm>
          <a:prstGeom prst="roundRect">
            <a:avLst/>
          </a:prstGeom>
          <a:solidFill>
            <a:srgbClr val="141F25"/>
          </a:solidFill>
          <a:ln>
            <a:solidFill>
              <a:srgbClr val="46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8467344"/>
            <a:ext cx="2011680" cy="1636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7B63D"/>
                </a:solidFill>
                <a:latin typeface="Arial"/>
              </a:rPr>
              <a:t>FOTO_2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8622792"/>
            <a:ext cx="5120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E7B63D"/>
                </a:solidFill>
                <a:latin typeface="Arial"/>
              </a:rPr>
              <a:t>FUNCAO_2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9144000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8"/>
                </a:solidFill>
                <a:latin typeface="Arial"/>
              </a:rPr>
              <a:t>NOME_2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5499080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8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5855696"/>
            <a:ext cx="3200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7B63D"/>
                </a:solidFill>
                <a:latin typeface="Arial"/>
              </a:rPr>
              <a:t>/NAFMARQUES_BOM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