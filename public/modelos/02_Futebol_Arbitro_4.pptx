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223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D2D2D2"/>
                </a:solidFill>
                <a:latin typeface="Aptos"/>
              </a:rPr>
              <a:t>NÚCLEO DE ÁRBITROS MARQUES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670280"/>
            <a:ext cx="7223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ptos"/>
              </a:rPr>
              <a:t>Trabalho, competência e dedicação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320040"/>
            <a:ext cx="1143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646464"/>
                </a:solidFill>
                <a:latin typeface="Aptos"/>
              </a:rPr>
              <a:t>02_Futebol_Arbitro_4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72237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000" b="1">
                <a:solidFill>
                  <a:srgbClr val="F5F5F5"/>
                </a:solidFill>
                <a:latin typeface="Aptos"/>
              </a:rPr>
              <a:t>NOMEAÇÃO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72237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F5F5F5"/>
                </a:solidFill>
                <a:latin typeface="Aptos"/>
              </a:rPr>
              <a:t>{{COMPETICAO}}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7223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0">
                <a:solidFill>
                  <a:srgbClr val="B4B4B4"/>
                </a:solidFill>
                <a:latin typeface="Aptos"/>
              </a:rPr>
              <a:t>{{DATA}}  •  {{HORA}}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7223760" cy="1234440"/>
          </a:xfrm>
          <a:prstGeom prst="roundRect">
            <a:avLst/>
          </a:prstGeom>
          <a:solidFill>
            <a:srgbClr val="161616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96896"/>
            <a:ext cx="3063240" cy="685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F5F5F5"/>
                </a:solidFill>
                <a:latin typeface="Aptos"/>
              </a:rPr>
              <a:t>{{EQUIPA_CASA}}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697480"/>
            <a:ext cx="6400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969696"/>
                </a:solidFill>
                <a:latin typeface="Aptos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596896"/>
            <a:ext cx="3063240" cy="685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F5F5F5"/>
                </a:solidFill>
                <a:latin typeface="Aptos"/>
              </a:rPr>
              <a:t>{{EQUIPA_FORA}}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069080"/>
            <a:ext cx="3200400" cy="2743200"/>
          </a:xfrm>
          <a:prstGeom prst="roundRect">
            <a:avLst/>
          </a:prstGeom>
          <a:solidFill>
            <a:srgbClr val="232323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521208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  <a:latin typeface="Aptos"/>
              </a:rPr>
              <a:t>{{FOTO_1}}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922008"/>
            <a:ext cx="704088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F5F5F5"/>
                </a:solidFill>
                <a:latin typeface="Aptos"/>
              </a:rPr>
              <a:t>{{NOME_1}}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7315200"/>
            <a:ext cx="70408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  <a:latin typeface="Aptos"/>
              </a:rPr>
              <a:t>Árbitro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7223760"/>
            <a:ext cx="3200400" cy="2743200"/>
          </a:xfrm>
          <a:prstGeom prst="roundRect">
            <a:avLst/>
          </a:prstGeom>
          <a:solidFill>
            <a:srgbClr val="232323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836676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  <a:latin typeface="Aptos"/>
              </a:rPr>
              <a:t>{{FOTO_2}}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0076688"/>
            <a:ext cx="704088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F5F5F5"/>
                </a:solidFill>
                <a:latin typeface="Aptos"/>
              </a:rPr>
              <a:t>{{NOME_2}}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0469880"/>
            <a:ext cx="70408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0">
                <a:solidFill>
                  <a:srgbClr val="AAAAAA"/>
                </a:solidFill>
                <a:latin typeface="Aptos"/>
              </a:rPr>
              <a:t>4.º Árbitro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3213080"/>
            <a:ext cx="72237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Aptos"/>
              </a:rPr>
              <a:t>{{TIPO_MODELO}}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