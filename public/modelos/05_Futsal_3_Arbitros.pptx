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2D2D2"/>
                </a:solidFill>
                <a:latin typeface="Aptos"/>
              </a:rPr>
              <a:t>NÚCLEO DE ÁRBITROS MARQUES 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670280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ptos"/>
              </a:rPr>
              <a:t>Trabalho, competência e dedicação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320040"/>
            <a:ext cx="1143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46464"/>
                </a:solidFill>
                <a:latin typeface="Aptos"/>
              </a:rPr>
              <a:t>05_Futsal_3_Arbitros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7223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NOMEAÇÃO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7223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Aptos"/>
              </a:rPr>
              <a:t>{{COMPETICAO}}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B4B4B4"/>
                </a:solidFill>
                <a:latin typeface="Aptos"/>
              </a:rPr>
              <a:t>{{DATA}}  •  {{HORA}}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7223760" cy="1234440"/>
          </a:xfrm>
          <a:prstGeom prst="roundRect">
            <a:avLst/>
          </a:prstGeom>
          <a:solidFill>
            <a:srgbClr val="161616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96896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5F5F5"/>
                </a:solidFill>
                <a:latin typeface="Aptos"/>
              </a:rPr>
              <a:t>{{EQUIPA_CASA}}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697480"/>
            <a:ext cx="640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969696"/>
                </a:solidFill>
                <a:latin typeface="Aptos"/>
              </a:rPr>
              <a:t>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96896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5F5F5"/>
                </a:solidFill>
                <a:latin typeface="Aptos"/>
              </a:rPr>
              <a:t>{{EQUIPA_FORA}}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2728" y="4069080"/>
            <a:ext cx="2148840" cy="196596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4823460"/>
            <a:ext cx="2148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Aptos"/>
              </a:rPr>
              <a:t>{{FOTO_1}}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53912"/>
            <a:ext cx="3429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{{NOME_1}}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56248"/>
            <a:ext cx="3429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Aptos"/>
              </a:rPr>
              <a:t>Árbitro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73168" y="4069080"/>
            <a:ext cx="2148840" cy="196596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4823460"/>
            <a:ext cx="2148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Aptos"/>
              </a:rPr>
              <a:t>{{FOTO_2}}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153912"/>
            <a:ext cx="3429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{{NOME_2}}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556248"/>
            <a:ext cx="3429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Aptos"/>
              </a:rPr>
              <a:t>2.º Árbitro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52728" y="7223760"/>
            <a:ext cx="2148840" cy="196596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2728" y="7978140"/>
            <a:ext cx="2148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Aptos"/>
              </a:rPr>
              <a:t>{{FOTO_3}}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9308592"/>
            <a:ext cx="3429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{{NOME_3}}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9710928"/>
            <a:ext cx="3429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Aptos"/>
              </a:rPr>
              <a:t>3.º Árbitro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73168" y="7223760"/>
            <a:ext cx="2148840" cy="196596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7978140"/>
            <a:ext cx="2148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Aptos"/>
              </a:rPr>
              <a:t>{{FOTO_4}}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9308592"/>
            <a:ext cx="3429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{{NOME_4}}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9710928"/>
            <a:ext cx="3429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Aptos"/>
              </a:rPr>
              <a:t>Cronometrista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3213080"/>
            <a:ext cx="7223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ptos"/>
              </a:rPr>
              <a:t>{{TIPO_MODELO}}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