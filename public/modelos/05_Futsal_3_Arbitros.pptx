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62560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13816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F5F7F8"/>
                </a:solidFill>
                <a:latin typeface="Arial"/>
              </a:rPr>
              <a:t>NÚCLEO DE ÁRBITROS DE FUTEBOL MARQUES BOM • COIMBRA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50876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E7B63D"/>
                </a:solidFill>
                <a:latin typeface="Arial"/>
              </a:rPr>
              <a:t>LOGO_NUCLEO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658368"/>
            <a:ext cx="6492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200" b="1">
                <a:solidFill>
                  <a:srgbClr val="F5F7F8"/>
                </a:solidFill>
                <a:latin typeface="Arial"/>
              </a:rPr>
              <a:t>NOMEAÇÃO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508760"/>
            <a:ext cx="42976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800" b="1">
                <a:solidFill>
                  <a:srgbClr val="F5F7F8"/>
                </a:solidFill>
                <a:latin typeface="Arial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508760"/>
            <a:ext cx="16459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800" b="1">
                <a:solidFill>
                  <a:srgbClr val="E7B63D"/>
                </a:solidFill>
                <a:latin typeface="Arial"/>
              </a:rPr>
              <a:t>HORA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8138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500" b="1">
                <a:solidFill>
                  <a:srgbClr val="E7B63D"/>
                </a:solidFill>
                <a:latin typeface="Arial"/>
              </a:rPr>
              <a:t>COMPETICAO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24912"/>
            <a:ext cx="813816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F5F7F8"/>
                </a:solidFill>
                <a:latin typeface="Arial"/>
              </a:rPr>
              <a:t>FASE_JORNADA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3246120"/>
            <a:ext cx="8449056" cy="2331720"/>
          </a:xfrm>
          <a:prstGeom prst="roundRect">
            <a:avLst/>
          </a:prstGeom>
          <a:solidFill>
            <a:srgbClr val="141F25"/>
          </a:solidFill>
          <a:ln>
            <a:solidFill>
              <a:srgbClr val="46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767328"/>
            <a:ext cx="1325880" cy="1234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E7B63D"/>
                </a:solidFill>
                <a:latin typeface="Arial"/>
              </a:rPr>
              <a:t>ESCUDO_CASA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794760"/>
            <a:ext cx="53949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>
                <a:solidFill>
                  <a:srgbClr val="F5F7F8"/>
                </a:solidFill>
                <a:latin typeface="Arial"/>
              </a:rPr>
              <a:t>EQUIPA_CASA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343400"/>
            <a:ext cx="6400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E7B63D"/>
                </a:solidFill>
                <a:latin typeface="Arial"/>
              </a:rPr>
              <a:t>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617720"/>
            <a:ext cx="53949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>
                <a:solidFill>
                  <a:srgbClr val="F5F7F8"/>
                </a:solidFill>
                <a:latin typeface="Arial"/>
              </a:rPr>
              <a:t>EQUIPA_FORA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3767328"/>
            <a:ext cx="1325880" cy="1234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E7B63D"/>
                </a:solidFill>
                <a:latin typeface="Arial"/>
              </a:rPr>
              <a:t>ESCUDO_FORA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" y="5897880"/>
            <a:ext cx="8449056" cy="1737360"/>
          </a:xfrm>
          <a:prstGeom prst="roundRect">
            <a:avLst/>
          </a:prstGeom>
          <a:solidFill>
            <a:srgbClr val="141F25"/>
          </a:solidFill>
          <a:ln>
            <a:solidFill>
              <a:srgbClr val="46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153912"/>
            <a:ext cx="2011680" cy="122529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E7B63D"/>
                </a:solidFill>
                <a:latin typeface="Arial"/>
              </a:rPr>
              <a:t>FOTO_1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6309360"/>
            <a:ext cx="51206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800" b="1">
                <a:solidFill>
                  <a:srgbClr val="E7B63D"/>
                </a:solidFill>
                <a:latin typeface="Arial"/>
              </a:rPr>
              <a:t>FUNCAO_1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6830568"/>
            <a:ext cx="52120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5F7F8"/>
                </a:solidFill>
                <a:latin typeface="Arial"/>
              </a:rPr>
              <a:t>NOME_1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7799832"/>
            <a:ext cx="8449056" cy="1737360"/>
          </a:xfrm>
          <a:prstGeom prst="roundRect">
            <a:avLst/>
          </a:prstGeom>
          <a:solidFill>
            <a:srgbClr val="141F25"/>
          </a:solidFill>
          <a:ln>
            <a:solidFill>
              <a:srgbClr val="46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8055864"/>
            <a:ext cx="2011680" cy="122529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E7B63D"/>
                </a:solidFill>
                <a:latin typeface="Arial"/>
              </a:rPr>
              <a:t>FOTO_2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8211312"/>
            <a:ext cx="51206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800" b="1">
                <a:solidFill>
                  <a:srgbClr val="E7B63D"/>
                </a:solidFill>
                <a:latin typeface="Arial"/>
              </a:rPr>
              <a:t>FUNCAO_2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8732520"/>
            <a:ext cx="52120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5F7F8"/>
                </a:solidFill>
                <a:latin typeface="Arial"/>
              </a:rPr>
              <a:t>NOME_2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" y="9701784"/>
            <a:ext cx="8449056" cy="1737360"/>
          </a:xfrm>
          <a:prstGeom prst="roundRect">
            <a:avLst/>
          </a:prstGeom>
          <a:solidFill>
            <a:srgbClr val="141F25"/>
          </a:solidFill>
          <a:ln>
            <a:solidFill>
              <a:srgbClr val="46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9957816"/>
            <a:ext cx="2011680" cy="122529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E7B63D"/>
                </a:solidFill>
                <a:latin typeface="Arial"/>
              </a:rPr>
              <a:t>FOTO_3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10113264"/>
            <a:ext cx="51206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800" b="1">
                <a:solidFill>
                  <a:srgbClr val="E7B63D"/>
                </a:solidFill>
                <a:latin typeface="Arial"/>
              </a:rPr>
              <a:t>FUNCAO_3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10634472"/>
            <a:ext cx="52120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5F7F8"/>
                </a:solidFill>
                <a:latin typeface="Arial"/>
              </a:rPr>
              <a:t>NOME_3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7472" y="11603736"/>
            <a:ext cx="8449056" cy="1737360"/>
          </a:xfrm>
          <a:prstGeom prst="roundRect">
            <a:avLst/>
          </a:prstGeom>
          <a:solidFill>
            <a:srgbClr val="141F25"/>
          </a:solidFill>
          <a:ln>
            <a:solidFill>
              <a:srgbClr val="46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11859768"/>
            <a:ext cx="2011680" cy="122529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E7B63D"/>
                </a:solidFill>
                <a:latin typeface="Arial"/>
              </a:rPr>
              <a:t>FOTO_4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12015216"/>
            <a:ext cx="51206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800" b="1">
                <a:solidFill>
                  <a:srgbClr val="E7B63D"/>
                </a:solidFill>
                <a:latin typeface="Arial"/>
              </a:rPr>
              <a:t>FUNCAO_4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12536424"/>
            <a:ext cx="52120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5F7F8"/>
                </a:solidFill>
                <a:latin typeface="Arial"/>
              </a:rPr>
              <a:t>NOME_4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15499080"/>
            <a:ext cx="80467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5F7F8"/>
                </a:solidFill>
                <a:latin typeface="Arial"/>
              </a:rPr>
              <a:t>TRABALHO, COMPETÊNCIA E DEDICAÇÃO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15855696"/>
            <a:ext cx="32004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E7B63D"/>
                </a:solidFill>
                <a:latin typeface="Arial"/>
              </a:rPr>
              <a:t>/NAFMARQUES_BOM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