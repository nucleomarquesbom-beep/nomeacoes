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2D2D2"/>
                </a:solidFill>
                <a:latin typeface="Aptos"/>
              </a:rPr>
              <a:t>NÚCLEO DE ÁRBITROS MARQUES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67028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tos"/>
              </a:rPr>
              <a:t>Trabalho, competência e dedicação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320040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ptos"/>
              </a:rPr>
              <a:t>07_So_Observador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NOMEAÇÃO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{{COMPETICAO}}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B4B4B4"/>
                </a:solidFill>
                <a:latin typeface="Aptos"/>
              </a:rPr>
              <a:t>{{DATA}}  •  {{HORA}}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7223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B4B4B4"/>
                </a:solidFill>
                <a:latin typeface="Aptos"/>
              </a:rPr>
              <a:t>OBSERVAÇÃO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3337560"/>
            <a:ext cx="3383280" cy="40233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512064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589520"/>
            <a:ext cx="70408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5F5F5"/>
                </a:solidFill>
                <a:latin typeface="Aptos"/>
              </a:rPr>
              <a:t>{{NOME_1}}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8138160"/>
            <a:ext cx="7040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B4B4B4"/>
                </a:solidFill>
                <a:latin typeface="Aptos"/>
              </a:rPr>
              <a:t>{{FUNCAO_1}}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3213080"/>
            <a:ext cx="7223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{{TIPO_MODELO}}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