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6858000" cy="1219199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ABECALHO"/>
          <p:cNvSpPr txBox="1"/>
          <p:nvPr/>
        </p:nvSpPr>
        <p:spPr>
          <a:xfrm>
            <a:off x="365760" y="164592"/>
            <a:ext cx="61264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00" b="1">
                <a:solidFill>
                  <a:srgbClr val="F2F2F2"/>
                </a:solidFill>
                <a:latin typeface="Arial"/>
              </a:rPr>
              <a:t>NÚCLEO DE ÁRBITROS DE FUTEBOL MARQUES BOM • COIMBRA</a:t>
            </a:r>
          </a:p>
        </p:txBody>
      </p:sp>
      <p:sp>
        <p:nvSpPr>
          <p:cNvPr id="3" name="TITULO"/>
          <p:cNvSpPr txBox="1"/>
          <p:nvPr/>
        </p:nvSpPr>
        <p:spPr>
          <a:xfrm>
            <a:off x="365760" y="457200"/>
            <a:ext cx="612648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3400" b="1">
                <a:solidFill>
                  <a:srgbClr val="F2F2F2"/>
                </a:solidFill>
                <a:latin typeface="Arial"/>
              </a:rPr>
              <a:t>NOMEAÇÃO</a:t>
            </a:r>
          </a:p>
        </p:txBody>
      </p:sp>
      <p:sp>
        <p:nvSpPr>
          <p:cNvPr id="4" name="DATA"/>
          <p:cNvSpPr txBox="1"/>
          <p:nvPr/>
        </p:nvSpPr>
        <p:spPr>
          <a:xfrm>
            <a:off x="365760" y="1143000"/>
            <a:ext cx="612648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800" b="1">
                <a:solidFill>
                  <a:srgbClr val="E8AB00"/>
                </a:solidFill>
                <a:latin typeface="Arial"/>
              </a:rPr>
              <a:t>16 DE AGOSTO</a:t>
            </a:r>
          </a:p>
        </p:txBody>
      </p:sp>
      <p:sp>
        <p:nvSpPr>
          <p:cNvPr id="5" name="INFO_JOGO"/>
          <p:cNvSpPr/>
          <p:nvPr/>
        </p:nvSpPr>
        <p:spPr>
          <a:xfrm>
            <a:off x="502920" y="1737360"/>
            <a:ext cx="5852160" cy="594360"/>
          </a:xfrm>
          <a:prstGeom prst="roundRect">
            <a:avLst/>
          </a:prstGeom>
          <a:solidFill>
            <a:srgbClr val="090E12"/>
          </a:solidFill>
          <a:ln>
            <a:solidFill>
              <a:srgbClr val="E8A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2F2F2"/>
                </a:solidFill>
                <a:latin typeface="Arial"/>
              </a:rPr>
              <a:t>DATA DO JOGO   •   HORA</a:t>
            </a:r>
          </a:p>
        </p:txBody>
      </p:sp>
      <p:sp>
        <p:nvSpPr>
          <p:cNvPr id="6" name="COMPETICAO"/>
          <p:cNvSpPr/>
          <p:nvPr/>
        </p:nvSpPr>
        <p:spPr>
          <a:xfrm>
            <a:off x="502920" y="2487168"/>
            <a:ext cx="5852160" cy="658368"/>
          </a:xfrm>
          <a:prstGeom prst="roundRect">
            <a:avLst/>
          </a:prstGeom>
          <a:solidFill>
            <a:srgbClr val="090E12"/>
          </a:solidFill>
          <a:ln>
            <a:solidFill>
              <a:srgbClr val="E8A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2F2F2"/>
                </a:solidFill>
                <a:latin typeface="Arial"/>
              </a:rPr>
              <a:t>COMPETIÇÃO</a:t>
            </a:r>
          </a:p>
        </p:txBody>
      </p:sp>
      <p:sp>
        <p:nvSpPr>
          <p:cNvPr id="7" name="JOGO"/>
          <p:cNvSpPr/>
          <p:nvPr/>
        </p:nvSpPr>
        <p:spPr>
          <a:xfrm>
            <a:off x="685800" y="3337560"/>
            <a:ext cx="5486400" cy="640080"/>
          </a:xfrm>
          <a:prstGeom prst="roundRect">
            <a:avLst/>
          </a:prstGeom>
          <a:solidFill>
            <a:srgbClr val="090E12"/>
          </a:solidFill>
          <a:ln>
            <a:solidFill>
              <a:srgbClr val="4B55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2F2F2"/>
                </a:solidFill>
                <a:latin typeface="Arial"/>
              </a:rPr>
              <a:t>EQUIPA CASA   VS   EQUIPA FORA</a:t>
            </a:r>
          </a:p>
        </p:txBody>
      </p:sp>
      <p:sp>
        <p:nvSpPr>
          <p:cNvPr id="8" name="ARBITRO_1"/>
          <p:cNvSpPr/>
          <p:nvPr/>
        </p:nvSpPr>
        <p:spPr>
          <a:xfrm>
            <a:off x="411480" y="4251960"/>
            <a:ext cx="6035040" cy="6492240"/>
          </a:xfrm>
          <a:prstGeom prst="roundRect">
            <a:avLst/>
          </a:prstGeom>
          <a:solidFill>
            <a:srgbClr val="090E12"/>
          </a:solidFill>
          <a:ln>
            <a:solidFill>
              <a:srgbClr val="E8A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>
                <a:solidFill>
                  <a:srgbClr val="F2F2F2"/>
                </a:solidFill>
                <a:latin typeface="Arial"/>
              </a:rPr>
              <a:t/>
            </a:r>
          </a:p>
        </p:txBody>
      </p:sp>
      <p:sp>
        <p:nvSpPr>
          <p:cNvPr id="9" name="FOTO_1"/>
          <p:cNvSpPr/>
          <p:nvPr/>
        </p:nvSpPr>
        <p:spPr>
          <a:xfrm>
            <a:off x="566928" y="4361688"/>
            <a:ext cx="6272783" cy="6272783"/>
          </a:xfrm>
          <a:prstGeom prst="ellipse">
            <a:avLst/>
          </a:prstGeom>
          <a:solidFill>
            <a:srgbClr val="191E22"/>
          </a:solidFill>
          <a:ln>
            <a:solidFill>
              <a:srgbClr val="E8A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>
                <a:solidFill>
                  <a:srgbClr val="4B555A"/>
                </a:solidFill>
                <a:latin typeface="Arial"/>
              </a:rPr>
              <a:t>FOTO</a:t>
            </a:r>
          </a:p>
        </p:txBody>
      </p:sp>
      <p:sp>
        <p:nvSpPr>
          <p:cNvPr id="10" name="FUNCAO_1"/>
          <p:cNvSpPr txBox="1"/>
          <p:nvPr/>
        </p:nvSpPr>
        <p:spPr>
          <a:xfrm>
            <a:off x="1508760" y="4407408"/>
            <a:ext cx="16459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E8AB00"/>
                </a:solidFill>
                <a:latin typeface="Arial"/>
              </a:rPr>
              <a:t>OBSERVADOR</a:t>
            </a:r>
          </a:p>
        </p:txBody>
      </p:sp>
      <p:sp>
        <p:nvSpPr>
          <p:cNvPr id="11" name="NOME_1"/>
          <p:cNvSpPr txBox="1"/>
          <p:nvPr/>
        </p:nvSpPr>
        <p:spPr>
          <a:xfrm>
            <a:off x="1508760" y="4764024"/>
            <a:ext cx="448056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700" b="1">
                <a:solidFill>
                  <a:srgbClr val="F2F2F2"/>
                </a:solidFill>
                <a:latin typeface="Arial"/>
              </a:rPr>
              <a:t>NOME DO ÁRBITRO</a:t>
            </a:r>
          </a:p>
        </p:txBody>
      </p:sp>
      <p:sp>
        <p:nvSpPr>
          <p:cNvPr id="12" name="SLOGAN"/>
          <p:cNvSpPr txBox="1"/>
          <p:nvPr/>
        </p:nvSpPr>
        <p:spPr>
          <a:xfrm>
            <a:off x="365760" y="11109960"/>
            <a:ext cx="612648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E8AB00"/>
                </a:solidFill>
                <a:latin typeface="Arial"/>
              </a:rPr>
              <a:t>TRABALHO, COMPETÊNCIA E DEDICAÇÃO</a:t>
            </a:r>
          </a:p>
        </p:txBody>
      </p:sp>
      <p:sp>
        <p:nvSpPr>
          <p:cNvPr id="13" name="SOCIAL"/>
          <p:cNvSpPr txBox="1"/>
          <p:nvPr/>
        </p:nvSpPr>
        <p:spPr>
          <a:xfrm>
            <a:off x="365760" y="11567160"/>
            <a:ext cx="612648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00" b="0">
                <a:solidFill>
                  <a:srgbClr val="F2F2F2"/>
                </a:solidFill>
                <a:latin typeface="Arial"/>
              </a:rPr>
              <a:t>@nmarquesbom  |  #marquesbom  |  #arbitragem  |  #nomeações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