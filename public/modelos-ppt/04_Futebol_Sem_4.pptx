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BECALHO"/>
          <p:cNvSpPr txBox="1"/>
          <p:nvPr/>
        </p:nvSpPr>
        <p:spPr>
          <a:xfrm>
            <a:off x="365760" y="164592"/>
            <a:ext cx="6126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2F2F2"/>
                </a:solidFill>
                <a:latin typeface="Arial"/>
              </a:rPr>
              <a:t>NÚCLEO DE ÁRBITROS DE FUTEBOL MARQUES BOM • COIMBRA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365760" y="457200"/>
            <a:ext cx="6126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2F2F2"/>
                </a:solidFill>
                <a:latin typeface="Arial"/>
              </a:rPr>
              <a:t>NOMEAÇÃO</a:t>
            </a:r>
          </a:p>
        </p:txBody>
      </p:sp>
      <p:sp>
        <p:nvSpPr>
          <p:cNvPr id="4" name="DATA"/>
          <p:cNvSpPr txBox="1"/>
          <p:nvPr/>
        </p:nvSpPr>
        <p:spPr>
          <a:xfrm>
            <a:off x="365760" y="114300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8AB00"/>
                </a:solidFill>
                <a:latin typeface="Arial"/>
              </a:rPr>
              <a:t>16 DE AGOSTO</a:t>
            </a:r>
          </a:p>
        </p:txBody>
      </p:sp>
      <p:sp>
        <p:nvSpPr>
          <p:cNvPr id="5" name="INFO_JOGO"/>
          <p:cNvSpPr/>
          <p:nvPr/>
        </p:nvSpPr>
        <p:spPr>
          <a:xfrm>
            <a:off x="502920" y="1737360"/>
            <a:ext cx="5852160" cy="594360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DATA DO JOGO   •   HORA</a:t>
            </a:r>
          </a:p>
        </p:txBody>
      </p:sp>
      <p:sp>
        <p:nvSpPr>
          <p:cNvPr id="6" name="COMPETICAO"/>
          <p:cNvSpPr/>
          <p:nvPr/>
        </p:nvSpPr>
        <p:spPr>
          <a:xfrm>
            <a:off x="502920" y="2487168"/>
            <a:ext cx="5852160" cy="658368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2F2F2"/>
                </a:solidFill>
                <a:latin typeface="Arial"/>
              </a:rPr>
              <a:t>COMPETIÇÃO</a:t>
            </a:r>
          </a:p>
        </p:txBody>
      </p:sp>
      <p:sp>
        <p:nvSpPr>
          <p:cNvPr id="7" name="JOGO"/>
          <p:cNvSpPr/>
          <p:nvPr/>
        </p:nvSpPr>
        <p:spPr>
          <a:xfrm>
            <a:off x="685800" y="3337560"/>
            <a:ext cx="5486400" cy="640080"/>
          </a:xfrm>
          <a:prstGeom prst="roundRect">
            <a:avLst/>
          </a:prstGeom>
          <a:solidFill>
            <a:srgbClr val="090E12"/>
          </a:solidFill>
          <a:ln>
            <a:solidFill>
              <a:srgbClr val="4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EQUIPA CASA   VS   EQUIPA FORA</a:t>
            </a:r>
          </a:p>
        </p:txBody>
      </p:sp>
      <p:sp>
        <p:nvSpPr>
          <p:cNvPr id="8" name="ARBITRO_1"/>
          <p:cNvSpPr/>
          <p:nvPr/>
        </p:nvSpPr>
        <p:spPr>
          <a:xfrm>
            <a:off x="411480" y="4251960"/>
            <a:ext cx="6035040" cy="2066543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9" name="FOTO_1"/>
          <p:cNvSpPr/>
          <p:nvPr/>
        </p:nvSpPr>
        <p:spPr>
          <a:xfrm>
            <a:off x="566928" y="4361688"/>
            <a:ext cx="1847087" cy="1847087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0" name="FUNCAO_1"/>
          <p:cNvSpPr txBox="1"/>
          <p:nvPr/>
        </p:nvSpPr>
        <p:spPr>
          <a:xfrm>
            <a:off x="1508760" y="440740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ÁRBITRO</a:t>
            </a:r>
          </a:p>
        </p:txBody>
      </p:sp>
      <p:sp>
        <p:nvSpPr>
          <p:cNvPr id="11" name="NOME_1"/>
          <p:cNvSpPr txBox="1"/>
          <p:nvPr/>
        </p:nvSpPr>
        <p:spPr>
          <a:xfrm>
            <a:off x="1508760" y="4764024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2" name="ARBITRO_2"/>
          <p:cNvSpPr/>
          <p:nvPr/>
        </p:nvSpPr>
        <p:spPr>
          <a:xfrm>
            <a:off x="411480" y="6464808"/>
            <a:ext cx="6035040" cy="2066543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13" name="FOTO_2"/>
          <p:cNvSpPr/>
          <p:nvPr/>
        </p:nvSpPr>
        <p:spPr>
          <a:xfrm>
            <a:off x="566928" y="6574536"/>
            <a:ext cx="1847087" cy="1847087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4" name="FUNCAO_2"/>
          <p:cNvSpPr txBox="1"/>
          <p:nvPr/>
        </p:nvSpPr>
        <p:spPr>
          <a:xfrm>
            <a:off x="1508760" y="6620256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1.º ASSISTENTE</a:t>
            </a:r>
          </a:p>
        </p:txBody>
      </p:sp>
      <p:sp>
        <p:nvSpPr>
          <p:cNvPr id="15" name="NOME_2"/>
          <p:cNvSpPr txBox="1"/>
          <p:nvPr/>
        </p:nvSpPr>
        <p:spPr>
          <a:xfrm>
            <a:off x="1508760" y="6976872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6" name="ARBITRO_3"/>
          <p:cNvSpPr/>
          <p:nvPr/>
        </p:nvSpPr>
        <p:spPr>
          <a:xfrm>
            <a:off x="411480" y="8677656"/>
            <a:ext cx="6035040" cy="2066543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17" name="FOTO_3"/>
          <p:cNvSpPr/>
          <p:nvPr/>
        </p:nvSpPr>
        <p:spPr>
          <a:xfrm>
            <a:off x="566928" y="8787384"/>
            <a:ext cx="1847087" cy="1847087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8" name="FUNCAO_3"/>
          <p:cNvSpPr txBox="1"/>
          <p:nvPr/>
        </p:nvSpPr>
        <p:spPr>
          <a:xfrm>
            <a:off x="1508760" y="8833104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2.º ASSISTENTE</a:t>
            </a:r>
          </a:p>
        </p:txBody>
      </p:sp>
      <p:sp>
        <p:nvSpPr>
          <p:cNvPr id="19" name="NOME_3"/>
          <p:cNvSpPr txBox="1"/>
          <p:nvPr/>
        </p:nvSpPr>
        <p:spPr>
          <a:xfrm>
            <a:off x="1508760" y="9189720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20" name="SLOGAN"/>
          <p:cNvSpPr txBox="1"/>
          <p:nvPr/>
        </p:nvSpPr>
        <p:spPr>
          <a:xfrm>
            <a:off x="365760" y="1110996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8AB00"/>
                </a:solidFill>
                <a:latin typeface="Arial"/>
              </a:rPr>
              <a:t>TRABALHO, COMPETÊNCIA E DEDICAÇÃO</a:t>
            </a:r>
          </a:p>
        </p:txBody>
      </p:sp>
      <p:sp>
        <p:nvSpPr>
          <p:cNvPr id="21" name="SOCIAL"/>
          <p:cNvSpPr txBox="1"/>
          <p:nvPr/>
        </p:nvSpPr>
        <p:spPr>
          <a:xfrm>
            <a:off x="365760" y="11567160"/>
            <a:ext cx="6126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F2F2F2"/>
                </a:solidFill>
                <a:latin typeface="Arial"/>
              </a:rPr>
              <a:t>@nmarquesbom  |  #marquesbom  |  #arbitragem  |  #nomeações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