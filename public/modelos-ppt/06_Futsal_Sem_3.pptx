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2066543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1847087" cy="1847087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ÁRBITRO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ARBITRO_2"/>
          <p:cNvSpPr/>
          <p:nvPr/>
        </p:nvSpPr>
        <p:spPr>
          <a:xfrm>
            <a:off x="411480" y="6464808"/>
            <a:ext cx="6035040" cy="2066543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3" name="FOTO_2"/>
          <p:cNvSpPr/>
          <p:nvPr/>
        </p:nvSpPr>
        <p:spPr>
          <a:xfrm>
            <a:off x="566928" y="6574536"/>
            <a:ext cx="1847087" cy="1847087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4" name="FUNCAO_2"/>
          <p:cNvSpPr txBox="1"/>
          <p:nvPr/>
        </p:nvSpPr>
        <p:spPr>
          <a:xfrm>
            <a:off x="1508760" y="6620256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2.º ÁRBITRO</a:t>
            </a:r>
          </a:p>
        </p:txBody>
      </p:sp>
      <p:sp>
        <p:nvSpPr>
          <p:cNvPr id="15" name="NOME_2"/>
          <p:cNvSpPr txBox="1"/>
          <p:nvPr/>
        </p:nvSpPr>
        <p:spPr>
          <a:xfrm>
            <a:off x="1508760" y="6976872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6" name="ARBITRO_3"/>
          <p:cNvSpPr/>
          <p:nvPr/>
        </p:nvSpPr>
        <p:spPr>
          <a:xfrm>
            <a:off x="411480" y="8677656"/>
            <a:ext cx="6035040" cy="2066543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7" name="FOTO_3"/>
          <p:cNvSpPr/>
          <p:nvPr/>
        </p:nvSpPr>
        <p:spPr>
          <a:xfrm>
            <a:off x="566928" y="8787384"/>
            <a:ext cx="1847087" cy="1847087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8" name="FUNCAO_3"/>
          <p:cNvSpPr txBox="1"/>
          <p:nvPr/>
        </p:nvSpPr>
        <p:spPr>
          <a:xfrm>
            <a:off x="1508760" y="8833104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CRONOMETRISTA</a:t>
            </a:r>
          </a:p>
        </p:txBody>
      </p:sp>
      <p:sp>
        <p:nvSpPr>
          <p:cNvPr id="19" name="NOME_3"/>
          <p:cNvSpPr txBox="1"/>
          <p:nvPr/>
        </p:nvSpPr>
        <p:spPr>
          <a:xfrm>
            <a:off x="1508760" y="9189720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20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21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