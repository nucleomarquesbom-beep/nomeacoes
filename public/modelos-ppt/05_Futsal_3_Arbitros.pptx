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ÁRBITRO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ARBITRO_2"/>
          <p:cNvSpPr/>
          <p:nvPr/>
        </p:nvSpPr>
        <p:spPr>
          <a:xfrm>
            <a:off x="411480" y="5911596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3" name="FOTO_2"/>
          <p:cNvSpPr/>
          <p:nvPr/>
        </p:nvSpPr>
        <p:spPr>
          <a:xfrm>
            <a:off x="566928" y="6021324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4" name="FUNCAO_2"/>
          <p:cNvSpPr txBox="1"/>
          <p:nvPr/>
        </p:nvSpPr>
        <p:spPr>
          <a:xfrm>
            <a:off x="1508760" y="6067044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2.º ÁRBITRO</a:t>
            </a:r>
          </a:p>
        </p:txBody>
      </p:sp>
      <p:sp>
        <p:nvSpPr>
          <p:cNvPr id="15" name="NOME_2"/>
          <p:cNvSpPr txBox="1"/>
          <p:nvPr/>
        </p:nvSpPr>
        <p:spPr>
          <a:xfrm>
            <a:off x="1508760" y="6423660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6" name="ARBITRO_3"/>
          <p:cNvSpPr/>
          <p:nvPr/>
        </p:nvSpPr>
        <p:spPr>
          <a:xfrm>
            <a:off x="411480" y="7571231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17" name="FOTO_3"/>
          <p:cNvSpPr/>
          <p:nvPr/>
        </p:nvSpPr>
        <p:spPr>
          <a:xfrm>
            <a:off x="566928" y="7680959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8" name="FUNCAO_3"/>
          <p:cNvSpPr txBox="1"/>
          <p:nvPr/>
        </p:nvSpPr>
        <p:spPr>
          <a:xfrm>
            <a:off x="1508760" y="7726679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3.º ÁRBITRO</a:t>
            </a:r>
          </a:p>
        </p:txBody>
      </p:sp>
      <p:sp>
        <p:nvSpPr>
          <p:cNvPr id="19" name="NOME_3"/>
          <p:cNvSpPr txBox="1"/>
          <p:nvPr/>
        </p:nvSpPr>
        <p:spPr>
          <a:xfrm>
            <a:off x="1508760" y="8083296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20" name="ARBITRO_4"/>
          <p:cNvSpPr/>
          <p:nvPr/>
        </p:nvSpPr>
        <p:spPr>
          <a:xfrm>
            <a:off x="411480" y="9230867"/>
            <a:ext cx="6035040" cy="1513331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21" name="FOTO_4"/>
          <p:cNvSpPr/>
          <p:nvPr/>
        </p:nvSpPr>
        <p:spPr>
          <a:xfrm>
            <a:off x="566928" y="9340595"/>
            <a:ext cx="1293875" cy="1293875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22" name="FUNCAO_4"/>
          <p:cNvSpPr txBox="1"/>
          <p:nvPr/>
        </p:nvSpPr>
        <p:spPr>
          <a:xfrm>
            <a:off x="1508760" y="9386315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CRONOMETRISTA</a:t>
            </a:r>
          </a:p>
        </p:txBody>
      </p:sp>
      <p:sp>
        <p:nvSpPr>
          <p:cNvPr id="23" name="NOME_4"/>
          <p:cNvSpPr txBox="1"/>
          <p:nvPr/>
        </p:nvSpPr>
        <p:spPr>
          <a:xfrm>
            <a:off x="1508760" y="9742932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24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25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